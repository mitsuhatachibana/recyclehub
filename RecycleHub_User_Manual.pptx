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3444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3444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5669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5669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5669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5669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" y="5669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0120" y="5669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7280" y="5669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34440" y="5669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58064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" y="58064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58064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" y="58064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2960" y="58064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0120" y="58064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97280" y="58064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34440" y="58064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" y="59436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59436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9436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2960" y="59436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0120" y="59436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7280" y="59436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34440" y="59436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40480" y="228600"/>
            <a:ext cx="68580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0" y="228600"/>
            <a:ext cx="685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♻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274320" y="2011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RecycleHub</a:t>
            </a:r>
            <a:endParaRPr lang="en-US" sz="3600" dirty="0"/>
          </a:p>
        </p:txBody>
      </p:sp>
      <p:sp>
        <p:nvSpPr>
          <p:cNvPr id="72" name="Text 70"/>
          <p:cNvSpPr/>
          <p:nvPr/>
        </p:nvSpPr>
        <p:spPr>
          <a:xfrm>
            <a:off x="274320" y="26974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27432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Pelaporan &amp; Pengelolaan Sampah Digital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" y="3977640"/>
            <a:ext cx="41148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Panduan untuk 2 Role: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576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Pengguna (User)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Administrator (Admin)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74320" y="6309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1.0  •  Oktober 2026</a:t>
            </a:r>
            <a:endParaRPr lang="en-US" sz="900" dirty="0"/>
          </a:p>
        </p:txBody>
      </p:sp>
      <p:pic>
        <p:nvPicPr>
          <p:cNvPr id="78" name="Image 0" descr="D:\recyclehub\public\screensho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74320"/>
            <a:ext cx="6949440" cy="4572000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4937760" y="4892040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Beranda RecycleHub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4937760" y="5074920"/>
            <a:ext cx="3291840" cy="1508760"/>
          </a:xfrm>
          <a:prstGeom prst="rect">
            <a:avLst>
              <a:gd name="adj" fmla="val 303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074920" y="51663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RecycleHub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5074920" y="54406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RecycleHub adalah platform web untuk membantu masyarakat melaporkan dan mengelola sampah secara digital. Pengguna dapat mengumpulkan poin dari setiap laporan sampah, lalu menukarnya dengan reward menarik.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8412480" y="5074920"/>
            <a:ext cx="3474720" cy="1508760"/>
          </a:xfrm>
          <a:prstGeom prst="rect">
            <a:avLst>
              <a:gd name="adj" fmla="val 303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549640" y="51663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8549640" y="5440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Laporan Sampah Digital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Sistem Poin &amp; Reward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Monitoring Real-time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Manajemen Data Admin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Pengguna RecycleHub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0" y="137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60" y="137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137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27080" y="137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64240" y="137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2708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5276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2708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143000"/>
            <a:ext cx="5577840" cy="411480"/>
          </a:xfrm>
          <a:prstGeom prst="rect">
            <a:avLst>
              <a:gd name="adj" fmla="val 8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1430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PANDUAN PENGGUNA (USER)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1664208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1728216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" y="1737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Akun Baru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" y="1993392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28" name="Shape 26"/>
          <p:cNvSpPr/>
          <p:nvPr/>
        </p:nvSpPr>
        <p:spPr>
          <a:xfrm>
            <a:off x="320040" y="2139696"/>
            <a:ext cx="5577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2203704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203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" y="22128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ke Sistem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" y="2468880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33" name="Shape 31"/>
          <p:cNvSpPr/>
          <p:nvPr/>
        </p:nvSpPr>
        <p:spPr>
          <a:xfrm>
            <a:off x="320040" y="2615184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2679192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9808" y="26883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Pengguna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" y="2944368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38" name="Shape 36"/>
          <p:cNvSpPr/>
          <p:nvPr/>
        </p:nvSpPr>
        <p:spPr>
          <a:xfrm>
            <a:off x="320040" y="3090672"/>
            <a:ext cx="5577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3154680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" y="31638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Laporan Sampah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" y="3419856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43" name="Shape 41"/>
          <p:cNvSpPr/>
          <p:nvPr/>
        </p:nvSpPr>
        <p:spPr>
          <a:xfrm>
            <a:off x="320040" y="3566160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3630168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630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9808" y="3639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&amp; Mengelola Laporan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" y="3895344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48" name="Shape 46"/>
          <p:cNvSpPr/>
          <p:nvPr/>
        </p:nvSpPr>
        <p:spPr>
          <a:xfrm>
            <a:off x="320040" y="4041648"/>
            <a:ext cx="5577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4105656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9808" y="4114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Poin Reward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9808" y="4370832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53" name="Shape 51"/>
          <p:cNvSpPr/>
          <p:nvPr/>
        </p:nvSpPr>
        <p:spPr>
          <a:xfrm>
            <a:off x="320040" y="4517136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048" y="4581144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581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9808" y="45902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Menukar Reward (Redeem)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9808" y="4846320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58" name="Shape 56"/>
          <p:cNvSpPr/>
          <p:nvPr/>
        </p:nvSpPr>
        <p:spPr>
          <a:xfrm>
            <a:off x="320040" y="4992624"/>
            <a:ext cx="5577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" y="5056632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5056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49808" y="5065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Transaksi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9808" y="5321808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63" name="Shape 61"/>
          <p:cNvSpPr/>
          <p:nvPr/>
        </p:nvSpPr>
        <p:spPr>
          <a:xfrm>
            <a:off x="320040" y="5468112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4048" y="5532120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5532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49808" y="55412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 Pengguna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49808" y="5797296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68" name="Shape 66"/>
          <p:cNvSpPr/>
          <p:nvPr/>
        </p:nvSpPr>
        <p:spPr>
          <a:xfrm>
            <a:off x="6263640" y="1143000"/>
            <a:ext cx="5577840" cy="411480"/>
          </a:xfrm>
          <a:prstGeom prst="rect">
            <a:avLst>
              <a:gd name="adj" fmla="val 8889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63640" y="11430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PANDUAN ADMINISTRATOR (ADMIN)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263640" y="1664208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27648" y="1728216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27648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693408" y="1737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693408" y="1993392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75" name="Shape 73"/>
          <p:cNvSpPr/>
          <p:nvPr/>
        </p:nvSpPr>
        <p:spPr>
          <a:xfrm>
            <a:off x="6263640" y="2139696"/>
            <a:ext cx="5577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27648" y="2203704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27648" y="2203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693408" y="22128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693408" y="2468880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80" name="Shape 78"/>
          <p:cNvSpPr/>
          <p:nvPr/>
        </p:nvSpPr>
        <p:spPr>
          <a:xfrm>
            <a:off x="6263640" y="2615184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27648" y="2679192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27648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693408" y="26883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Laporan Sampah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693408" y="2944368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85" name="Shape 83"/>
          <p:cNvSpPr/>
          <p:nvPr/>
        </p:nvSpPr>
        <p:spPr>
          <a:xfrm>
            <a:off x="6263640" y="3090672"/>
            <a:ext cx="5577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27648" y="3154680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27648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693408" y="31638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Pengguna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693408" y="3419856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90" name="Shape 88"/>
          <p:cNvSpPr/>
          <p:nvPr/>
        </p:nvSpPr>
        <p:spPr>
          <a:xfrm>
            <a:off x="6263640" y="3566160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27648" y="3630168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327648" y="3630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693408" y="3639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Jenis Sampah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693408" y="3895344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95" name="Shape 93"/>
          <p:cNvSpPr/>
          <p:nvPr/>
        </p:nvSpPr>
        <p:spPr>
          <a:xfrm>
            <a:off x="6263640" y="4041648"/>
            <a:ext cx="5577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27648" y="4105656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27648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693408" y="4114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Wilayah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693408" y="4370832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100" name="Shape 98"/>
          <p:cNvSpPr/>
          <p:nvPr/>
        </p:nvSpPr>
        <p:spPr>
          <a:xfrm>
            <a:off x="6263640" y="4517136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327648" y="4581144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327648" y="4581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693408" y="45902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Reward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693408" y="4846320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105" name="Shape 103"/>
          <p:cNvSpPr/>
          <p:nvPr/>
        </p:nvSpPr>
        <p:spPr>
          <a:xfrm>
            <a:off x="6263640" y="4992624"/>
            <a:ext cx="5577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27648" y="5056632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327648" y="5056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6693408" y="5065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Penukaran Reward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6693408" y="5321808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  <p:sp>
        <p:nvSpPr>
          <p:cNvPr id="110" name="Shape 108"/>
          <p:cNvSpPr/>
          <p:nvPr/>
        </p:nvSpPr>
        <p:spPr>
          <a:xfrm>
            <a:off x="6263640" y="5468112"/>
            <a:ext cx="557784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327648" y="5532120"/>
            <a:ext cx="274320" cy="2743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327648" y="5532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6693408" y="55412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Transaksi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6693408" y="5797296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ot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3444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0876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728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3444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0876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012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728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3444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7160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0876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296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012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728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23444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7160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0876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3836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7552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1268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4984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8700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2416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6132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0120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3836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7552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1268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984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28700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2416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56132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0120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3836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7552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1268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4984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8700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2416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56132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60120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3836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87552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01268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14984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28700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42416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6132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60120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3836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87552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1268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14984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28700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2416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56132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1600" y="1645920"/>
            <a:ext cx="9144000" cy="3657600"/>
          </a:xfrm>
          <a:prstGeom prst="rect">
            <a:avLst>
              <a:gd name="adj" fmla="val 2000"/>
            </a:avLst>
          </a:prstGeom>
          <a:solidFill>
            <a:srgbClr val="15803D">
              <a:alpha val="2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114" name="Text 112"/>
          <p:cNvSpPr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PENGGUNA</a:t>
            </a:r>
            <a:endParaRPr lang="en-US" sz="3600" dirty="0"/>
          </a:p>
        </p:txBody>
      </p:sp>
      <p:sp>
        <p:nvSpPr>
          <p:cNvPr id="115" name="Text 113"/>
          <p:cNvSpPr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</a:t>
            </a:r>
            <a:endParaRPr lang="en-US" sz="1800" dirty="0"/>
          </a:p>
        </p:txBody>
      </p:sp>
      <p:sp>
        <p:nvSpPr>
          <p:cNvPr id="116" name="Text 114"/>
          <p:cNvSpPr/>
          <p:nvPr/>
        </p:nvSpPr>
        <p:spPr>
          <a:xfrm>
            <a:off x="1371600" y="4069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 untuk pengguna dalam melapor sampah,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mengumpulkan poin, dan menukarkan reward.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4864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PENDAFTARAN AKUN BARU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akun RecycleHub untuk mulai melaporkan sampah dan mengumpulkan poin.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18872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Halaman Registrasi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1444752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website RecycleHub lalu klik tombol "Daftar" atau langsung menuju /register.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2176272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Diri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2432304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formulir: Nama Lengkap, Email aktif, No. HP, dan Password (min. 6 karakter).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315468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Wilayah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" y="3410712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wilayah tempat tinggal Anda dari dropdown yang tersedia.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" y="402336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Foto Profil (Opsional)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" y="4279392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foto profil Anda. Format JPG/PNG, maksimal 5MB.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89204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" y="489204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Daftar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" y="5148072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tombol "Daftar" berwarna hijau. Jika berhasil, Anda akan diarahkan ke halaman login.</a:t>
            </a:r>
            <a:endParaRPr lang="en-US" sz="950" dirty="0"/>
          </a:p>
        </p:txBody>
      </p:sp>
      <p:pic>
        <p:nvPicPr>
          <p:cNvPr id="26" name="Image 0" descr="D:\recyclehub\public\screenshots\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28600"/>
            <a:ext cx="6035040" cy="6217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43600" y="649224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Registrasi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20040" y="5943600"/>
            <a:ext cx="5303520" cy="594360"/>
          </a:xfrm>
          <a:prstGeom prst="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5989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Tips: Pastikan email yang Anda masukkan aktif. Email dan No. HP tidak dapat digunakan lebih dari satu kali.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0292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LOGIN KE SISTEM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ke akun RecycleHub menggunakan email dan password yang telah terdaftar.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18872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Halaman 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1444752"/>
            <a:ext cx="482803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/login di browser atau klik tombol "Login" dari halaman beranda.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212140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Email &amp; Password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2377440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email dan password yang Anda daftarkan. Centang "Ingat Saya" agar email tersimpan.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310896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Masuk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" y="3364992"/>
            <a:ext cx="482803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tombol "Masuk". Sistem akan mengarahkan Anda ke dashboard sesuai role (User/Admin).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160520"/>
            <a:ext cx="5303520" cy="777240"/>
          </a:xfrm>
          <a:prstGeom prst="rect">
            <a:avLst>
              <a:gd name="adj" fmla="val 5882"/>
            </a:avLst>
          </a:prstGeom>
          <a:solidFill>
            <a:srgbClr val="FEF9C3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251960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Lupa Password?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" y="4471416"/>
            <a:ext cx="508406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 belum tersedia fitur reset password. Hubungi administrator untuk bantuan.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5074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Akun: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53949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5394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Login Berhasil → Dashboard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53949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5394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Email/Password Salah → Error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5760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biasa → Dashboard User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Dashboard Admin</a:t>
            </a:r>
            <a:endParaRPr lang="en-US" sz="900" dirty="0"/>
          </a:p>
        </p:txBody>
      </p:sp>
      <p:pic>
        <p:nvPicPr>
          <p:cNvPr id="27" name="Image 0" descr="D:\recyclehub\public\screenshot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28600"/>
            <a:ext cx="6035040" cy="6217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943600" y="649224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Login RecycleHub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DASHBOARD PENGGUNA</a:t>
            </a:r>
            <a:endParaRPr lang="en-US" sz="1400" dirty="0"/>
          </a:p>
        </p:txBody>
      </p:sp>
      <p:pic>
        <p:nvPicPr>
          <p:cNvPr id="5" name="Image 0" descr="D:\recyclehub\public\screenshots\dashboard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0"/>
            <a:ext cx="68580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9834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Utama Pengguna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0664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Dashboard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1188720"/>
            <a:ext cx="4572000" cy="777240"/>
          </a:xfrm>
          <a:prstGeom prst="rect">
            <a:avLst>
              <a:gd name="adj" fmla="val 588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16368" y="128016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Poin Reward Saya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16368" y="1499616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jumlah poin aktif yang dapat ditukar dengan reward.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406640" y="2103120"/>
            <a:ext cx="4572000" cy="777240"/>
          </a:xfrm>
          <a:prstGeom prst="rect">
            <a:avLst>
              <a:gd name="adj" fmla="val 588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16368" y="219456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Total Poin Dikumpulkan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16368" y="2414016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akumulasi poin dari seluruh laporan sampah yang selesai.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06640" y="3017520"/>
            <a:ext cx="4572000" cy="777240"/>
          </a:xfrm>
          <a:prstGeom prst="rect">
            <a:avLst>
              <a:gd name="adj" fmla="val 588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16368" y="310896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Statistik Laporan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16368" y="3328416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laporan: Total, Menunggu, Diproses, Selesai, Ditolak.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06640" y="3931920"/>
            <a:ext cx="4572000" cy="777240"/>
          </a:xfrm>
          <a:prstGeom prst="rect">
            <a:avLst>
              <a:gd name="adj" fmla="val 588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16368" y="402336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Jenis Sampah Populer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16368" y="4242816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jenis sampah yang paling sering dilaporkan.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406640" y="4846320"/>
            <a:ext cx="4572000" cy="777240"/>
          </a:xfrm>
          <a:prstGeom prst="rect">
            <a:avLst>
              <a:gd name="adj" fmla="val 588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16368" y="493776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Tabel Laporan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16368" y="5157216"/>
            <a:ext cx="43525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semua laporan Anda dengan status dan aksi tersedia.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5074920"/>
            <a:ext cx="6858000" cy="1463040"/>
          </a:xfrm>
          <a:prstGeom prst="rect">
            <a:avLst>
              <a:gd name="adj" fmla="val 31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51663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Navigasi (Sidebar):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5486400"/>
            <a:ext cx="1234440" cy="365760"/>
          </a:xfrm>
          <a:prstGeom prst="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5486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Laporan Saya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773936" y="5486400"/>
            <a:ext cx="1234440" cy="365760"/>
          </a:xfrm>
          <a:prstGeom prst="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773936" y="5486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Reward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090672" y="5486400"/>
            <a:ext cx="1234440" cy="365760"/>
          </a:xfrm>
          <a:prstGeom prst="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90672" y="5486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Redeem Saya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407408" y="5486400"/>
            <a:ext cx="1234440" cy="365760"/>
          </a:xfrm>
          <a:prstGeom prst="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07408" y="5486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Transaksi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724144" y="5486400"/>
            <a:ext cx="1234440" cy="365760"/>
          </a:xfrm>
          <a:prstGeom prst="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24144" y="5486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Profil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8580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MEMBUAT LAPORAN SAMPAH BARU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Laporkan sampah Anda untuk mendapatkan poin reward.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09728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"Buat Laporan Baru"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135331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halaman Laporan Saya, klik tombol hijau "+ Buat Laporan Baru" di pojok kanan atas.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196596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Jenis Sampah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222199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jenis sampah dari dropdown (misal: Plastik, Kertas, Logam, Kaca, dsb).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283464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Wilayah Pengambilan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" y="309067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wilayah tempat pengambilan sampah. Pastikan sesuai dengan lokasi Anda.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70332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" y="370332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Berat Sampah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" y="395935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estimasi berat sampah dalam satuan kilogram (kg). Contoh: 2.5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" y="457200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Foto Sampah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" y="482803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minimal 1 foto sampah. Format JPG/PNG/WebP, maks. 5MB per file.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544068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5528" y="544068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Deskripsi (Opsional)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" y="569671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keterangan tambahan jika diperlukan, lalu klik "Kirim Laporan".</a:t>
            </a:r>
            <a:endParaRPr lang="en-US" sz="950" dirty="0"/>
          </a:p>
        </p:txBody>
      </p:sp>
      <p:pic>
        <p:nvPicPr>
          <p:cNvPr id="30" name="Image 0" descr="D:\recyclehub\public\screenshots\user_laporan_ba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22960"/>
            <a:ext cx="6217920" cy="50292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760720" y="589788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Laporan Baru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760720" y="5989320"/>
            <a:ext cx="6217920" cy="594360"/>
          </a:xfrm>
          <a:prstGeom prst="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97880" y="6035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Poin otomatis dihitung berdasarkan: Berat Sampah (kg) × Harga per Kg Jenis Sampah. Poin diberikan saat laporan berstatus SELESAI.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MELIHAT &amp; MENGELOLA LAPORAN</a:t>
            </a:r>
            <a:endParaRPr lang="en-US" sz="1400" dirty="0"/>
          </a:p>
        </p:txBody>
      </p:sp>
      <p:pic>
        <p:nvPicPr>
          <p:cNvPr id="5" name="Image 0" descr="D:\recyclehub\public\screenshots\user_lapo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77240"/>
            <a:ext cx="68580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50292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Laporan Saya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0664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Laporan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1188720"/>
            <a:ext cx="4572000" cy="640080"/>
          </a:xfrm>
          <a:prstGeom prst="rect">
            <a:avLst>
              <a:gd name="adj" fmla="val 5714"/>
            </a:avLst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16368" y="12161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MENUNGGU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16368" y="14630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baru, belum diproses admin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406640" y="1938528"/>
            <a:ext cx="4572000" cy="640080"/>
          </a:xfrm>
          <a:prstGeom prst="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16368" y="1965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DIPROSES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16368" y="22128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sedang memverifikasi laporan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06640" y="2688336"/>
            <a:ext cx="4572000" cy="640080"/>
          </a:xfrm>
          <a:prstGeom prst="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16368" y="27157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SELESAI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16368" y="296265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selesai, poin telah diberikan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06640" y="3438144"/>
            <a:ext cx="4572000" cy="640080"/>
          </a:xfrm>
          <a:prstGeom prst="rect">
            <a:avLst>
              <a:gd name="adj" fmla="val 5714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16368" y="34655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DITOLAK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16368" y="371246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ditolak, tidak ada poin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0664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Tersedia: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06640" y="4572000"/>
            <a:ext cx="1463040" cy="731520"/>
          </a:xfrm>
          <a:prstGeom prst="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06640" y="4617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Detail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06640" y="5029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detail lengkap laporan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961120" y="4572000"/>
            <a:ext cx="1463040" cy="731520"/>
          </a:xfrm>
          <a:prstGeom prst="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61120" y="4617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Laporan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961120" y="5029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laporan (hanya status MENUNGGU)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0515600" y="4572000"/>
            <a:ext cx="1463040" cy="731520"/>
          </a:xfrm>
          <a:prstGeom prst="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15600" y="4617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Laporan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515600" y="5029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laporan (hanya status MENUNGGU)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20040" y="5120640"/>
            <a:ext cx="6858000" cy="594360"/>
          </a:xfrm>
          <a:prstGeom prst="rect">
            <a:avLst>
              <a:gd name="adj" fmla="val 615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5166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Filter &amp; Pencarian: Gunakan kolom pencarian untuk mencari berdasarkan jenis sampah, wilayah, atau deskripsi. Filter berdasarkan status tersedia via dropdown. Urutkan berdasarkan Terbaru atau Terlama.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4864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SISTEM POIN REWARD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RecycleHub menggunakan sistem poin untuk memberikan insentif kepada pengguna yang aktif melapor sampah.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11704320" cy="1645920"/>
          </a:xfrm>
          <a:prstGeom prst="rect">
            <a:avLst>
              <a:gd name="adj" fmla="val 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Cara Perhitungan Poin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011680" cy="731520"/>
          </a:xfrm>
          <a:prstGeom prst="rect">
            <a:avLst>
              <a:gd name="adj" fmla="val 5000"/>
            </a:avLst>
          </a:prstGeom>
          <a:solidFill>
            <a:srgbClr val="16A34A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6420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 Sampah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kg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50592" y="16916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43784" y="1664208"/>
            <a:ext cx="2560320" cy="731520"/>
          </a:xfrm>
          <a:prstGeom prst="rect">
            <a:avLst>
              <a:gd name="adj" fmla="val 5000"/>
            </a:avLst>
          </a:prstGeom>
          <a:solidFill>
            <a:srgbClr val="16A34A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43784" y="166420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per Kg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Rp/kg (sesuai jenis)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22976" y="16916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16168" y="1664208"/>
            <a:ext cx="2011680" cy="731520"/>
          </a:xfrm>
          <a:prstGeom prst="rect">
            <a:avLst>
              <a:gd name="adj" fmla="val 5000"/>
            </a:avLst>
          </a:prstGeom>
          <a:solidFill>
            <a:srgbClr val="16A34A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16168" y="166420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ditambahkan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4871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Poin diberikan secara otomatis saat Admin mengubah status laporan menjadi "SELESAI"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5669280" cy="1508760"/>
          </a:xfrm>
          <a:prstGeom prst="rect">
            <a:avLst>
              <a:gd name="adj" fmla="val 303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063240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Poin Aktif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3282696"/>
            <a:ext cx="5449824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yang tersedia untuk ditukar dengan reward. Berkurang setiap kali Anda melakukan penukaran (redeem).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2971800"/>
            <a:ext cx="5669280" cy="1508760"/>
          </a:xfrm>
          <a:prstGeom prst="rect">
            <a:avLst>
              <a:gd name="adj" fmla="val 3030"/>
            </a:avLst>
          </a:prstGeom>
          <a:solidFill>
            <a:srgbClr val="FEF9C3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063240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Total Poin Dikumpulkan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19088" y="3282696"/>
            <a:ext cx="5449824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Akumulasi total poin dari semua laporan selesai sepanjang waktu. Tidak berkurang meski redeem.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709160"/>
            <a:ext cx="5669280" cy="1508760"/>
          </a:xfrm>
          <a:prstGeom prst="rect">
            <a:avLst>
              <a:gd name="adj" fmla="val 3030"/>
            </a:avLst>
          </a:prstGeom>
          <a:solidFill>
            <a:srgbClr val="DBEAFE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800600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Cara Mendapatkan Poin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" y="5020056"/>
            <a:ext cx="5449824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Buat laporan sampah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Admin memverifikasi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Status → SELESAI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Poin otomatis masuk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4709160"/>
            <a:ext cx="5669280" cy="1508760"/>
          </a:xfrm>
          <a:prstGeom prst="rect">
            <a:avLst>
              <a:gd name="adj" fmla="val 3030"/>
            </a:avLst>
          </a:prstGeom>
          <a:solidFill>
            <a:srgbClr val="FCE7F3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4800600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Cara Menggunakan Poin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19088" y="5020056"/>
            <a:ext cx="5449824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Buka menu Reward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Pilih reward yang diinginkan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Pastikan poin cukup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Klik Tukar (Redeem)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MENUKAR REWARD (REDEEM)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Menukar Poin dengan Reward: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170432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Menu "Reward"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1426464"/>
            <a:ext cx="482803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menu "Reward" di sidebar kiri. Halaman akan menampilkan daftar reward yang tersedia.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2084832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Saldo Poin Anda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2340864"/>
            <a:ext cx="482803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poin aktif yang ditampilkan di bagian atas halaman reward.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9864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289864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Reward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" y="3154680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daftar reward. Perhatikan jumlah poin yang dibutuhkan dan stok yang tersedia.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76732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" y="376732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"Tukar"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" y="4023360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poin mencukupi, klik tombol "Tukar". Konfirmasi pada dialog yang muncul.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626864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626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" y="4626864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Status Penukaran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" y="4882896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menu "Redeem Saya" untuk melihat status penukaran (PENDING / SELESAI).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5577840"/>
            <a:ext cx="5303520" cy="594360"/>
          </a:xfrm>
          <a:prstGeom prst="rect">
            <a:avLst>
              <a:gd name="adj" fmla="val 615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623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Penukaran tidak dapat dibatalkan. Pastikan reward yang dipilih sudah benar sebelum konfirmasi.</a:t>
            </a:r>
            <a:endParaRPr lang="en-US" sz="900" dirty="0"/>
          </a:p>
        </p:txBody>
      </p:sp>
      <p:pic>
        <p:nvPicPr>
          <p:cNvPr id="28" name="Image 0" descr="D:\recyclehub\public\screenshots\user_rew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77240"/>
            <a:ext cx="3291840" cy="30175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760720" y="38404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Reward</a:t>
            </a:r>
            <a:endParaRPr lang="en-US" sz="800" dirty="0"/>
          </a:p>
        </p:txBody>
      </p:sp>
      <p:pic>
        <p:nvPicPr>
          <p:cNvPr id="30" name="Image 1" descr="D:\recyclehub\public\screenshots\user_rede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777240"/>
            <a:ext cx="2743200" cy="30175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235440" y="3840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Redeem Saya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760720" y="3977640"/>
            <a:ext cx="6217920" cy="2651760"/>
          </a:xfrm>
          <a:prstGeom prst="rect">
            <a:avLst>
              <a:gd name="adj" fmla="val 172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897880" y="4069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Penukaran Reward: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897880" y="4434840"/>
            <a:ext cx="5943600" cy="777240"/>
          </a:xfrm>
          <a:prstGeom prst="rect">
            <a:avLst>
              <a:gd name="adj" fmla="val 4706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035040" y="44805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PENDING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035040" y="473659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Penukaran sedang menunggu konfirmasi dari Admin. Stok reward telah berkurang.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897880" y="5394960"/>
            <a:ext cx="5943600" cy="777240"/>
          </a:xfrm>
          <a:prstGeom prst="rect">
            <a:avLst>
              <a:gd name="adj" fmla="val 470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035040" y="54406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SELESAI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35040" y="569671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Penukaran telah dikonfirmasi Admin. Reward siap diklaim/diterima.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4864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RIWAYAT TRANSAKSI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riwayat transaksi keuangan dari setiap laporan sampah yang telah selesai.</a:t>
            </a:r>
            <a:endParaRPr lang="en-US" sz="1000" dirty="0"/>
          </a:p>
        </p:txBody>
      </p:sp>
      <p:pic>
        <p:nvPicPr>
          <p:cNvPr id="6" name="Image 0" descr="D:\recyclehub\public\screenshots\user_transak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68580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57150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Riwayat Transaksi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066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Transaksi?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6640" y="148132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laporan yang berstatus SELESAI akan menghasilkan transaksi. Transaksi mencatat nilai rupiah dari sampah yang Anda setorkan berdasarkan berat × harga per kg jenis sampah.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06640" y="2514600"/>
            <a:ext cx="4572000" cy="731520"/>
          </a:xfrm>
          <a:prstGeom prst="rect">
            <a:avLst>
              <a:gd name="adj" fmla="val 625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16368" y="260604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Jenis Sampah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16368" y="2825496"/>
            <a:ext cx="4352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sampah yang dilaporkan dalam transaksi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06640" y="3383280"/>
            <a:ext cx="4572000" cy="731520"/>
          </a:xfrm>
          <a:prstGeom prst="rect">
            <a:avLst>
              <a:gd name="adj" fmla="val 625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16368" y="347472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Berat (kg)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16368" y="3694176"/>
            <a:ext cx="4352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 sampah dalam kilogram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06640" y="4251960"/>
            <a:ext cx="4572000" cy="731520"/>
          </a:xfrm>
          <a:prstGeom prst="rect">
            <a:avLst>
              <a:gd name="adj" fmla="val 625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6368" y="434340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Total Nilai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16368" y="4562856"/>
            <a:ext cx="4352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nilai rupiah = Berat × Harga per Kg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06640" y="5120640"/>
            <a:ext cx="4572000" cy="731520"/>
          </a:xfrm>
          <a:prstGeom prst="rect">
            <a:avLst>
              <a:gd name="adj" fmla="val 625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16368" y="521208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Tanggal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16368" y="5431536"/>
            <a:ext cx="4352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transaksi selesai diproses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5760720"/>
            <a:ext cx="11704320" cy="777240"/>
          </a:xfrm>
          <a:prstGeom prst="rect">
            <a:avLst>
              <a:gd name="adj" fmla="val 470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580644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Catatan: Transaksi bersifat informasi saja dan menampilkan nilai estimasi sampah. Pembayaran/pelunasan dilakukan melalui mekanisme di luar platform (tunai atau transfer sesuai kesepakatan dengan admin/petugas).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4864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EDIT PROFIL PENGGUNA</a:t>
            </a:r>
            <a:endParaRPr lang="en-US" sz="1400" dirty="0"/>
          </a:p>
        </p:txBody>
      </p:sp>
      <p:pic>
        <p:nvPicPr>
          <p:cNvPr id="5" name="Image 0" descr="D:\recyclehub\public\screenshots\user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8600"/>
            <a:ext cx="6217920" cy="6217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649224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Profil Pengguna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0040" y="749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informasi akun Anda dari halaman profil.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14300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114300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Menu Profil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399032"/>
            <a:ext cx="473659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menu "Profil" di sidebar kiri.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199339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5528" y="1993392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Foto Profil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" y="2249424"/>
            <a:ext cx="473659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pada foto profil atau tombol upload untuk mengganti foto. Format JPG/PNG, maks 5MB.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292608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" y="292608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Data Diri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" y="3182112"/>
            <a:ext cx="473659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nama lengkap atau nomor HP Anda sesuai kebutuhan.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376732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5528" y="3767328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Password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95528" y="4023360"/>
            <a:ext cx="473659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password lama, password baru, dan konfirmasi password baru.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" y="4608576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608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95528" y="4608576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Perubahan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95528" y="4864608"/>
            <a:ext cx="473659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"Simpan" berwarna hijau untuk menyimpan semua perubahan.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0040" y="5504688"/>
            <a:ext cx="5212080" cy="640080"/>
          </a:xfrm>
          <a:prstGeom prst="rect">
            <a:avLst>
              <a:gd name="adj" fmla="val 5714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55504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Email tidak dapat diubah setelah pendaftaran. Hubungi Admin jika perlu perubahan email.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8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274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411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548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3444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08760" y="6858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728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3444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08760" y="8229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012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728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3444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7160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08760" y="9601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296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012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728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23444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7160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08760" y="10972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3836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7552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1268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4984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8700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2416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61320" y="4572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0120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3836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7552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1268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984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28700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2416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561320" y="470916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0120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3836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7552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1268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4984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8700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2416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561320" y="48463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60120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3836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87552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01268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14984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28700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42416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61320" y="49834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60120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3836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87552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1268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14984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28700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2416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561320" y="51206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1600" y="1645920"/>
            <a:ext cx="9144000" cy="3657600"/>
          </a:xfrm>
          <a:prstGeom prst="rect">
            <a:avLst>
              <a:gd name="adj" fmla="val 2000"/>
            </a:avLst>
          </a:prstGeom>
          <a:solidFill>
            <a:srgbClr val="16A34A">
              <a:alpha val="5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114" name="Text 112"/>
          <p:cNvSpPr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ADMINISTRATOR</a:t>
            </a:r>
            <a:endParaRPr lang="en-US" sz="3400" dirty="0"/>
          </a:p>
        </p:txBody>
      </p:sp>
      <p:sp>
        <p:nvSpPr>
          <p:cNvPr id="115" name="Text 113"/>
          <p:cNvSpPr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MANUAL</a:t>
            </a:r>
            <a:endParaRPr lang="en-US" sz="1800" dirty="0"/>
          </a:p>
        </p:txBody>
      </p:sp>
      <p:sp>
        <p:nvSpPr>
          <p:cNvPr id="116" name="Text 114"/>
          <p:cNvSpPr/>
          <p:nvPr/>
        </p:nvSpPr>
        <p:spPr>
          <a:xfrm>
            <a:off x="1371600" y="4069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 untuk administrator dalam mengelola laporan,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pengguna, reward, transaksi, dan data master aplikasi.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DASHBOARD ADMINISTRATOR</a:t>
            </a:r>
            <a:endParaRPr lang="en-US" sz="1400" dirty="0"/>
          </a:p>
        </p:txBody>
      </p:sp>
      <p:pic>
        <p:nvPicPr>
          <p:cNvPr id="5" name="Image 0" descr="D:\recyclehub\public\screenshots\dashboard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77240"/>
            <a:ext cx="68580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9377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 RecycleHub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0664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Admin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1188720"/>
            <a:ext cx="4572000" cy="640080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16368" y="128016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Laporan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16368" y="1499616"/>
            <a:ext cx="4352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kelola semua laporan sampah dari pengguna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406640" y="1947672"/>
            <a:ext cx="4572000" cy="640080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16368" y="2039112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Pengguna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16368" y="2258568"/>
            <a:ext cx="4352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akun pengguna terdaftar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06640" y="2706624"/>
            <a:ext cx="4572000" cy="640080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16368" y="2798064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Jenis Sampah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16368" y="3017520"/>
            <a:ext cx="4352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Tambah/edit/hapus kategori jenis sampah &amp; harga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06640" y="3465576"/>
            <a:ext cx="4572000" cy="640080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16368" y="3557016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Wilayah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16368" y="3776472"/>
            <a:ext cx="4352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daftar wilayah layanan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406640" y="4224528"/>
            <a:ext cx="4572000" cy="640080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16368" y="4315968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Reward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16368" y="4535424"/>
            <a:ext cx="4352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Tambah/edit/hapus reward yang dapat ditukar poin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406640" y="4983480"/>
            <a:ext cx="4572000" cy="640080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16368" y="507492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Penukaran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16368" y="5294376"/>
            <a:ext cx="4352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konfirmasi penukaran reward pengguna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06640" y="5742432"/>
            <a:ext cx="4572000" cy="640080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16368" y="5833872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Transaksi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516368" y="6053328"/>
            <a:ext cx="4352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semua transaksi yang telah terjadi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5074920"/>
            <a:ext cx="6858000" cy="1463040"/>
          </a:xfrm>
          <a:prstGeom prst="rect">
            <a:avLst>
              <a:gd name="adj" fmla="val 31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51663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Cepat di Dashboard Admin: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5532120"/>
            <a:ext cx="1572768" cy="384048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55321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Laporan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121408" y="5532120"/>
            <a:ext cx="1572768" cy="384048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21408" y="55321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785616" y="5532120"/>
            <a:ext cx="1572768" cy="384048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785616" y="55321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Diproses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449824" y="5532120"/>
            <a:ext cx="1572768" cy="384048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9824" y="55321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6035040"/>
            <a:ext cx="1572768" cy="384048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60350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121408" y="6035040"/>
            <a:ext cx="1572768" cy="384048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121408" y="60350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Berat (kg)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785616" y="6035040"/>
            <a:ext cx="1572768" cy="384048"/>
          </a:xfrm>
          <a:prstGeom prst="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785616" y="60350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Penukaran Pending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8580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MONITORING LAPORAN SAMPAH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dapat memantau, memverifikasi, dan mengubah status semua laporan dari pengguna.</a:t>
            </a:r>
            <a:endParaRPr lang="en-US" sz="1000" dirty="0"/>
          </a:p>
        </p:txBody>
      </p:sp>
      <p:pic>
        <p:nvPicPr>
          <p:cNvPr id="6" name="Image 0" descr="D:\recyclehub\public\screenshots\admin_lapo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74980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525780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Monitoring Laporan Admin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4672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Kelola Laporan: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150876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22208" y="15087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&amp; Filter Laporan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22208" y="1764792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kolom pencarian dan filter status untuk menemukan laporan spesifik.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0" y="248716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22208" y="24871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Detail Laporan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22208" y="2743200"/>
            <a:ext cx="345643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ikon 👁️ untuk melihat detail: foto, info pengguna, lokasi, berat.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46720" y="341071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0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522208" y="341071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Status Laporan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22208" y="3666744"/>
            <a:ext cx="34564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kolom Status, gunakan dropdown untuk mengubah: MENUNGGU → DIPROSES → SELESAI / DITOLAK.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046720" y="448056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4480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522208" y="44805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Laporan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22208" y="4736592"/>
            <a:ext cx="345643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ikon 🗑️ untuk menghapus laporan yang tidak valid (perlu konfirmasi).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0040" y="5394960"/>
            <a:ext cx="11704320" cy="1234440"/>
          </a:xfrm>
          <a:prstGeom prst="rect">
            <a:avLst>
              <a:gd name="adj" fmla="val 370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546811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Status Laporan: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5760720"/>
            <a:ext cx="2011680" cy="502920"/>
          </a:xfrm>
          <a:prstGeom prst="rect">
            <a:avLst>
              <a:gd name="adj" fmla="val 7273"/>
            </a:avLst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5760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42032" y="5760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2926080" y="5760720"/>
            <a:ext cx="2011680" cy="50292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26080" y="5760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DIPROSES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10912" y="5760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394960" y="5760720"/>
            <a:ext cx="2011680" cy="502920"/>
          </a:xfrm>
          <a:prstGeom prst="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94960" y="5760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✅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479792" y="5760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955280" y="5760720"/>
            <a:ext cx="2011680" cy="50292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55280" y="5760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 ❌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00800" y="5897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Saat status menjadi SELESAI, poin otomatis diberikan ke pengguna!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4864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|  MANAJEMEN PENGGUNA</a:t>
            </a:r>
            <a:endParaRPr lang="en-US" sz="1400" dirty="0"/>
          </a:p>
        </p:txBody>
      </p:sp>
      <p:pic>
        <p:nvPicPr>
          <p:cNvPr id="5" name="Image 0" descr="D:\recyclehub\public\screenshots\admi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8600"/>
            <a:ext cx="62179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438912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Manajemen Pengguna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0040" y="749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semua akun pengguna yang terdaftar di sistem RecycleHub.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14300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114300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Daftar Pengguna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399032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menu "Pengguna". Tabel menampilkan nama, email, no. HP, wilayah, role, dan tanggal daftar.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12140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5528" y="212140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Pengguna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" y="2377440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kolom pencarian untuk mencari pengguna berdasarkan nama atau email.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299923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" y="2999232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Detail Pengguna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" y="3255264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detail untuk melihat info lengkap pengguna termasuk riwayat laporan &amp; poin.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3877056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5528" y="3877056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Hapus Pengguna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95528" y="4133088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dapat mengubah data pengguna atau menghapus akun yang tidak aktif.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" y="4828032"/>
            <a:ext cx="5303520" cy="777240"/>
          </a:xfrm>
          <a:prstGeom prst="rect">
            <a:avLst>
              <a:gd name="adj" fmla="val 5882"/>
            </a:avLst>
          </a:prstGeom>
          <a:solidFill>
            <a:srgbClr val="FEE2E2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9768" y="4919472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Perhatian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9768" y="5138928"/>
            <a:ext cx="508406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pengguna akan menghapus seluruh data terkait (laporan, transaksi, poin). Lakukan dengan hati-hati.</a:t>
            </a:r>
            <a:endParaRPr lang="en-US" sz="900" dirty="0"/>
          </a:p>
        </p:txBody>
      </p:sp>
      <p:pic>
        <p:nvPicPr>
          <p:cNvPr id="27" name="Image 1" descr="D:\recyclehub\public\screenshots\admi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4480560"/>
            <a:ext cx="6217920" cy="21031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760720" y="662940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Pengguna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4008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|  MANAJEMEN JENIS SAMPAH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kategori jenis sampah beserta harga per kilogram untuk sistem perhitungan poin.</a:t>
            </a:r>
            <a:endParaRPr lang="en-US" sz="1000" dirty="0"/>
          </a:p>
        </p:txBody>
      </p:sp>
      <p:pic>
        <p:nvPicPr>
          <p:cNvPr id="6" name="Image 0" descr="D:\recyclehub\public\screenshots\admin_jenis_sampa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68580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57150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Manajemen Jenis Sampah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066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Mengelola Jenis Sampah: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06640" y="150876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82128" y="150876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Jenis Sampah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82128" y="1764792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"+ Tambah Jenis Sampah". Isi nama jenis dan harga per kg lalu simpan.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06640" y="249631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82128" y="2496312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Jenis Sampah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82128" y="2752344"/>
            <a:ext cx="409651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ikon ✏️ pada baris yang ingin diubah. Update nama atau harga lalu simpan.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406640" y="342900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82128" y="342900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Jenis Sampah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82128" y="3685032"/>
            <a:ext cx="409651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ikon 🗑️. Jenis sampah yang sudah dipakai pada laporan tidak dapat dihapus.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406640" y="4434840"/>
            <a:ext cx="4572000" cy="1005840"/>
          </a:xfrm>
          <a:prstGeom prst="rect">
            <a:avLst>
              <a:gd name="adj" fmla="val 454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16368" y="452628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 Harga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16368" y="4745736"/>
            <a:ext cx="4352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per kg menentukan nilai poin yang diperoleh pengguna. Semakin tinggi harga, semakin banyak poin yang didapat pengguna untuk setiap kg sampah yang dilaporkan.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5806440"/>
            <a:ext cx="6858000" cy="731520"/>
          </a:xfrm>
          <a:prstGeom prst="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58521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Contoh Jenis Sampah: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Plastik (PET) — Rp 2.000/kg  •  Kertas/Kardus — Rp 1.500/kg  •  Logam/Besi — Rp 3.000/kg  •  Kaca — Rp 1.000/kg  •  Organik — Rp 500/kg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9436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|  MANAJEMEN WILAYAH</a:t>
            </a:r>
            <a:endParaRPr lang="en-US" sz="1400" dirty="0"/>
          </a:p>
        </p:txBody>
      </p:sp>
      <p:pic>
        <p:nvPicPr>
          <p:cNvPr id="5" name="Image 0" descr="D:\recyclehub\public\screenshots\admin_wilaya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8600"/>
            <a:ext cx="621792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530352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Manajemen Wilayah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0040" y="749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daftar wilayah layanan pengambilan sampah yang tersedia di sistem.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14300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114300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Daftar Wilayah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39903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menu "Wilayah". Tabel menampilkan semua wilayah yang aktif di sistem.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02996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029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5528" y="2029968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Wilayah Baru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" y="2286000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"+ Tambah Wilayah", masukkan nama wilayah, lalu klik Simpan.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2916936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" y="2916936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Wilayah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" y="3172968"/>
            <a:ext cx="473659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✏️ pada wilayah yang ingin diubah namanya.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374904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5528" y="374904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Wilayah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95528" y="4005072"/>
            <a:ext cx="473659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🗑️ untuk menghapus wilayah. Wilayah yang masih digunakan laporan tidak dapat dihapus.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" y="4736592"/>
            <a:ext cx="5212080" cy="914400"/>
          </a:xfrm>
          <a:prstGeom prst="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9768" y="4828032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Pentingnya Wilayah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9768" y="5047488"/>
            <a:ext cx="4992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menentukan cakupan layanan pengambilan sampah. Pengguna akan memilih wilayah saat membuat laporan. Pastikan semua wilayah yang dilayani sudah terdaftar.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0040" y="5760720"/>
            <a:ext cx="5212080" cy="594360"/>
          </a:xfrm>
          <a:prstGeom prst="rect">
            <a:avLst>
              <a:gd name="adj" fmla="val 6154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5806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Hapus wilayah akan mempengaruhi laporan yang menggunakan wilayah tersebut. Lakukan dengan hati-hati.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9436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|  MANAJEMEN REWARD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dan kelola reward yang dapat ditukar pengguna menggunakan poin mereka.</a:t>
            </a:r>
            <a:endParaRPr lang="en-US" sz="1000" dirty="0"/>
          </a:p>
        </p:txBody>
      </p:sp>
      <p:pic>
        <p:nvPicPr>
          <p:cNvPr id="6" name="Image 0" descr="D:\recyclehub\public\screenshots\admin_rew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68580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52578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Manajemen Reward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066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Data Reward: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06640" y="150876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82128" y="150876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Reward Baru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82128" y="1764792"/>
            <a:ext cx="40965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"+ Tambah Reward". Isi nama, deskripsi, jumlah poin, stok, dan upload gambar reward.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06640" y="257860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82128" y="257860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Reward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82128" y="2834640"/>
            <a:ext cx="409651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✏️ untuk mengubah detail reward yang sudah ada termasuk stok dan nilai poin.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406640" y="3511296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82128" y="35112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Reward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82128" y="3767328"/>
            <a:ext cx="409651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🗑️ untuk menghapus reward. Reward yang sudah pernah di-redeem tidak dapat dihapus.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406640" y="4480560"/>
            <a:ext cx="4572000" cy="1005840"/>
          </a:xfrm>
          <a:prstGeom prst="rect">
            <a:avLst>
              <a:gd name="adj" fmla="val 454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16368" y="457200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Field Reward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16368" y="4791456"/>
            <a:ext cx="4352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Nama Reward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Deskripsi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Jumlah Poin (harga tukar)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Stok tersedia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Gambar reward (opsional)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5394960"/>
            <a:ext cx="6858000" cy="1143000"/>
          </a:xfrm>
          <a:prstGeom prst="rect">
            <a:avLst>
              <a:gd name="adj" fmla="val 32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546811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 Manajemen Reward: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574243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Sesuaikan nilai poin dengan harga/nilai nyata reward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stok secara berkala setelah konfirmasi penukaran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Tambahkan gambar menarik agar pengguna lebih tertarik menukar poin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73152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|  KELOLA PENUKARAN REWARD (REDEEM)</a:t>
            </a:r>
            <a:endParaRPr lang="en-US" sz="1400" dirty="0"/>
          </a:p>
        </p:txBody>
      </p:sp>
      <p:pic>
        <p:nvPicPr>
          <p:cNvPr id="5" name="Image 0" descr="D:\recyclehub\public\screenshots\admin_rede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8600"/>
            <a:ext cx="62179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438912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Kelola Penukaran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0040" y="749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dan konfirmasi semua permintaan penukaran reward dari pengguna.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14300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1143000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Daftar Penukaran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" y="1399032"/>
            <a:ext cx="47365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menu "Penukaran". Tabel menampilkan semua permintaan redeem dengan status PENDING/SELESAI.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12140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5528" y="2121408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Detail Penukaran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" y="2377440"/>
            <a:ext cx="47365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ikon detail untuk melihat informasi lengkap: nama reward, pengguna, tanggal, dan poin yang digunakan.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309067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" y="3090672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Penukaran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" y="3346704"/>
            <a:ext cx="47365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status dari PENDING menjadi SELESAI setelah reward telah diberikan kepada pengguna.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4059936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5528" y="4059936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Bukti Penukaran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95528" y="4315968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cetak/print untuk mencetak bukti penukaran reward sebagai dokumentasi.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" y="5029200"/>
            <a:ext cx="5212080" cy="1554480"/>
          </a:xfrm>
          <a:prstGeom prst="rect">
            <a:avLst>
              <a:gd name="adj" fmla="val 294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5120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Penukaran Reward: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5486400"/>
            <a:ext cx="1097280" cy="594360"/>
          </a:xfrm>
          <a:prstGeom prst="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5486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Klik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27632" y="54864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965960" y="5486400"/>
            <a:ext cx="1097280" cy="594360"/>
          </a:xfrm>
          <a:prstGeom prst="rect">
            <a:avLst>
              <a:gd name="adj" fmla="val 6154"/>
            </a:avLst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965960" y="5486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136392" y="54864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3474720" y="5486400"/>
            <a:ext cx="1097280" cy="594360"/>
          </a:xfrm>
          <a:prstGeom prst="rect">
            <a:avLst>
              <a:gd name="adj" fmla="val 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74720" y="5486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645152" y="54864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4983480" y="5486400"/>
            <a:ext cx="1097280" cy="594360"/>
          </a:xfrm>
          <a:prstGeom prst="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83480" y="5486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✅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760720" y="4480560"/>
            <a:ext cx="6217920" cy="822960"/>
          </a:xfrm>
          <a:prstGeom prst="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70448" y="4572000"/>
            <a:ext cx="5998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Bukti Penukaran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70448" y="4791456"/>
            <a:ext cx="5998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dapat mencetak receipt/bukti penukaran untuk dokumentasi. Tersedia di halaman detail penukaran.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760720" y="5394960"/>
            <a:ext cx="6217920" cy="1188720"/>
          </a:xfrm>
          <a:prstGeom prst="rect">
            <a:avLst>
              <a:gd name="adj" fmla="val 3077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97880" y="546811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Penting: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897880" y="574243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reward sudah benar-benar diberikan kepada pengguna sebelum mengubah status menjadi SELESAI. Perubahan status tidak dapat dibatalkan.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943600" cy="502920"/>
          </a:xfrm>
          <a:prstGeom prst="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|  MANAJEMEN TRANSAKSI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semua transaksi nilai sampah dari laporan yang telah selesai diproses.</a:t>
            </a:r>
            <a:endParaRPr lang="en-US" sz="1000" dirty="0"/>
          </a:p>
        </p:txBody>
      </p:sp>
      <p:pic>
        <p:nvPicPr>
          <p:cNvPr id="6" name="Image 0" descr="D:\recyclehub\public\screenshots\admin_transak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68580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52578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Manajemen Transaksi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066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Transaksi: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06640" y="1508760"/>
            <a:ext cx="4572000" cy="658368"/>
          </a:xfrm>
          <a:prstGeom prst="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16368" y="160020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ID Laporan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16368" y="1819656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ke laporan sampah yang menghasilkan transaksi ini.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06640" y="2286000"/>
            <a:ext cx="4572000" cy="658368"/>
          </a:xfrm>
          <a:prstGeom prst="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16368" y="237744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Nama Pengguna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16368" y="2596896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yang melaporkan sampah.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406640" y="3063240"/>
            <a:ext cx="4572000" cy="658368"/>
          </a:xfrm>
          <a:prstGeom prst="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16368" y="315468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Jenis Sampah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16368" y="3374136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sampah yang dilaporkan.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06640" y="3840480"/>
            <a:ext cx="4572000" cy="658368"/>
          </a:xfrm>
          <a:prstGeom prst="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16368" y="393192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Berat (kg)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16368" y="4151376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 aktual sampah yang disetorkan.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06640" y="4617720"/>
            <a:ext cx="4572000" cy="658368"/>
          </a:xfrm>
          <a:prstGeom prst="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16368" y="470916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Total Nilai (Rp)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16368" y="4928616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rupiah = Berat × Harga per Kg jenis sampah.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406640" y="5394960"/>
            <a:ext cx="4572000" cy="658368"/>
          </a:xfrm>
          <a:prstGeom prst="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16368" y="548640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Tanggal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16368" y="5705856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transaksi tercatat (saat status laporan → SELESAI).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0040" y="5376672"/>
            <a:ext cx="11704320" cy="1207008"/>
          </a:xfrm>
          <a:prstGeom prst="rect">
            <a:avLst>
              <a:gd name="adj" fmla="val 3788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54498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Ringkasan Laporan Keuangan: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5742432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transaksi dapat digunakan untuk membuat laporan keuangan bulanan atau tahunan. Export data (jika tersedia) untuk analisis lebih lanjut di spreadsheet. Gunakan fitur filter dan pencarian untuk mempermudah rekap data.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53035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53035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3035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53035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53035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53035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53035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530352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54406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54406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4406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54406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4406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54406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54406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544068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55778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55778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5778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778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5778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55778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55778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557784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5715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5715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15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715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715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" y="5715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5715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34440" y="5715000"/>
            <a:ext cx="64008" cy="64008"/>
          </a:xfrm>
          <a:prstGeom prst="ellipse">
            <a:avLst/>
          </a:prstGeom>
          <a:solidFill>
            <a:srgbClr val="86EFAC">
              <a:alpha val="4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48640"/>
            <a:ext cx="1097280" cy="10972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♻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KASIH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27432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RecycleHub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3840480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0690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Pengguna RecycleHub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1.0  •  Oktober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ada pertanyaan atau kendala,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Administrator sistem.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Fitur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029200" y="777240"/>
            <a:ext cx="68580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960120"/>
            <a:ext cx="6858000" cy="1325880"/>
          </a:xfrm>
          <a:prstGeom prst="rect">
            <a:avLst>
              <a:gd name="adj" fmla="val 3448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10241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1353312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Daftar, Login, Dashboard, Buat Laporan, Edit/Hapus Laporan, Tukar Reward, Lihat Transaksi, Edit Profil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0" y="2423160"/>
            <a:ext cx="6858000" cy="1325880"/>
          </a:xfrm>
          <a:prstGeom prst="rect">
            <a:avLst>
              <a:gd name="adj" fmla="val 3448"/>
            </a:avLst>
          </a:prstGeom>
          <a:solidFill>
            <a:srgbClr val="E0E7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4871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ADMIN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66360" y="2816352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Admin, Monitor Laporan, Update Status, Kelola Pengguna, Kelola Jenis Sampah, Kelola Wilayah, Kelola Reward, Konfirmasi Redeem, Lihat Transaksi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Penggunaan: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0" y="44348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Selalu upload foto sampah yang jelas untuk mempercepat proses verifikasi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29200" y="48920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Pantau status laporan secara berkala dari dashboard pengguna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29200" y="53492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Tukar poin sebelum kedaluwarsa (jika berlaku batas waktu)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0" y="58064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Admin: Update status laporan sesegera mungkin untuk kepuasan pengguna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29200" y="62636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Admin: Pastikan stok reward selalu diperbarui setelah konfirmasi penukaran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2026-10-01T14:09:37Z</dcterms:created>
  <dcterms:modified xsi:type="dcterms:W3CDTF">2026-10-01T14:09:37Z</dcterms:modified>
</cp:coreProperties>
</file>